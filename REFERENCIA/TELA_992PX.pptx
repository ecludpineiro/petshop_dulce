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sldIdLst>
    <p:sldId id="257" r:id="rId5"/>
  </p:sldIdLst>
  <p:sldSz cx="9144000" cy="5143500" type="screen16x9"/>
  <p:notesSz cx="9144000" cy="6858000"/>
  <p:defaultTextStyle>
    <a:defPPr>
      <a:defRPr lang="en-US"/>
    </a:defPPr>
    <a:lvl1pPr marL="0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8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" userDrawn="1">
          <p15:clr>
            <a:srgbClr val="5ACBF0"/>
          </p15:clr>
        </p15:guide>
        <p15:guide id="3" pos="4649" userDrawn="1">
          <p15:clr>
            <a:srgbClr val="F26B43"/>
          </p15:clr>
        </p15:guide>
        <p15:guide id="4" pos="317" userDrawn="1">
          <p15:clr>
            <a:srgbClr val="F26B43"/>
          </p15:clr>
        </p15:guide>
        <p15:guide id="5" orient="horz" pos="894" userDrawn="1">
          <p15:clr>
            <a:srgbClr val="5ACBF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7BAE"/>
    <a:srgbClr val="9980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33" autoAdjust="0"/>
    <p:restoredTop sz="94660"/>
  </p:normalViewPr>
  <p:slideViewPr>
    <p:cSldViewPr snapToGrid="0">
      <p:cViewPr>
        <p:scale>
          <a:sx n="50" d="100"/>
          <a:sy n="50" d="100"/>
        </p:scale>
        <p:origin x="2664" y="878"/>
      </p:cViewPr>
      <p:guideLst>
        <p:guide orient="horz" pos="259"/>
        <p:guide pos="4649"/>
        <p:guide pos="317"/>
        <p:guide orient="horz" pos="89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FC7F7-0F0C-4FDD-BE35-671CC056ECDE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F2A92-9B86-43CA-96E0-A167FA2D0F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2741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FC7F7-0F0C-4FDD-BE35-671CC056ECDE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F2A92-9B86-43CA-96E0-A167FA2D0F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6710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FC7F7-0F0C-4FDD-BE35-671CC056ECDE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F2A92-9B86-43CA-96E0-A167FA2D0F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6052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FC7F7-0F0C-4FDD-BE35-671CC056ECDE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F2A92-9B86-43CA-96E0-A167FA2D0F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026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FC7F7-0F0C-4FDD-BE35-671CC056ECDE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F2A92-9B86-43CA-96E0-A167FA2D0F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8178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FC7F7-0F0C-4FDD-BE35-671CC056ECDE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F2A92-9B86-43CA-96E0-A167FA2D0F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2778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FC7F7-0F0C-4FDD-BE35-671CC056ECDE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F2A92-9B86-43CA-96E0-A167FA2D0F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149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FC7F7-0F0C-4FDD-BE35-671CC056ECDE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F2A92-9B86-43CA-96E0-A167FA2D0F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1804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FC7F7-0F0C-4FDD-BE35-671CC056ECDE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F2A92-9B86-43CA-96E0-A167FA2D0F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1688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FC7F7-0F0C-4FDD-BE35-671CC056ECDE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F2A92-9B86-43CA-96E0-A167FA2D0F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6878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5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273845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FC7F7-0F0C-4FDD-BE35-671CC056ECDE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F2A92-9B86-43CA-96E0-A167FA2D0F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2872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5FC7F7-0F0C-4FDD-BE35-671CC056ECDE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EF2A92-9B86-43CA-96E0-A167FA2D0F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192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59CED-FDF2-40DD-2DF9-5DD406526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Agrupar 14">
            <a:extLst>
              <a:ext uri="{FF2B5EF4-FFF2-40B4-BE49-F238E27FC236}">
                <a16:creationId xmlns:a16="http://schemas.microsoft.com/office/drawing/2014/main" id="{45359A39-830F-913C-D69E-35BB1E8C090C}"/>
              </a:ext>
            </a:extLst>
          </p:cNvPr>
          <p:cNvGrpSpPr/>
          <p:nvPr/>
        </p:nvGrpSpPr>
        <p:grpSpPr>
          <a:xfrm>
            <a:off x="9400699" y="1340465"/>
            <a:ext cx="5125529" cy="1460608"/>
            <a:chOff x="-7239750" y="5151120"/>
            <a:chExt cx="6858000" cy="647378"/>
          </a:xfrm>
        </p:grpSpPr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F4314D38-585A-EB9D-5C58-3F7008E9A1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83451"/>
            <a:stretch>
              <a:fillRect/>
            </a:stretch>
          </p:blipFill>
          <p:spPr>
            <a:xfrm>
              <a:off x="-7239750" y="5151120"/>
              <a:ext cx="6858000" cy="377952"/>
            </a:xfrm>
            <a:prstGeom prst="rect">
              <a:avLst/>
            </a:prstGeom>
          </p:spPr>
        </p:pic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EC8CFD43-20A5-8AEF-19DA-2AC0E0CD21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7656" b="30866"/>
            <a:stretch>
              <a:fillRect/>
            </a:stretch>
          </p:blipFill>
          <p:spPr>
            <a:xfrm>
              <a:off x="-7239750" y="5536370"/>
              <a:ext cx="6858000" cy="262128"/>
            </a:xfrm>
            <a:prstGeom prst="rect">
              <a:avLst/>
            </a:prstGeom>
          </p:spPr>
        </p:pic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8AC2851F-E516-56A3-467F-A9579992ABD6}"/>
              </a:ext>
            </a:extLst>
          </p:cNvPr>
          <p:cNvSpPr/>
          <p:nvPr/>
        </p:nvSpPr>
        <p:spPr>
          <a:xfrm>
            <a:off x="0" y="0"/>
            <a:ext cx="9144000" cy="9479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E97C00C-6A1A-82F0-6020-9369A39E59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17" t="1291" r="1250" b="78794"/>
          <a:stretch>
            <a:fillRect/>
          </a:stretch>
        </p:blipFill>
        <p:spPr>
          <a:xfrm>
            <a:off x="99060" y="60960"/>
            <a:ext cx="7683500" cy="785366"/>
          </a:xfrm>
          <a:prstGeom prst="rect">
            <a:avLst/>
          </a:prstGeom>
        </p:spPr>
      </p:pic>
      <p:pic>
        <p:nvPicPr>
          <p:cNvPr id="17" name="Imagem 16" hidden="1">
            <a:extLst>
              <a:ext uri="{FF2B5EF4-FFF2-40B4-BE49-F238E27FC236}">
                <a16:creationId xmlns:a16="http://schemas.microsoft.com/office/drawing/2014/main" id="{3FF45F98-1CBA-9009-6D9E-D1805CFEB5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4381"/>
          <a:stretch>
            <a:fillRect/>
          </a:stretch>
        </p:blipFill>
        <p:spPr>
          <a:xfrm>
            <a:off x="7044268" y="880191"/>
            <a:ext cx="336020" cy="134110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16CECB62-8485-5D60-85C5-C7C1657BFA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285" y="1942303"/>
            <a:ext cx="6877050" cy="4071300"/>
          </a:xfrm>
          <a:prstGeom prst="rect">
            <a:avLst/>
          </a:prstGeom>
        </p:spPr>
      </p:pic>
      <p:pic>
        <p:nvPicPr>
          <p:cNvPr id="23" name="Imagem 22" hidden="1">
            <a:extLst>
              <a:ext uri="{FF2B5EF4-FFF2-40B4-BE49-F238E27FC236}">
                <a16:creationId xmlns:a16="http://schemas.microsoft.com/office/drawing/2014/main" id="{C3DF01CF-896E-8DE8-3CF7-0A645E80F18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04" r="-549"/>
          <a:stretch>
            <a:fillRect/>
          </a:stretch>
        </p:blipFill>
        <p:spPr>
          <a:xfrm>
            <a:off x="503237" y="869723"/>
            <a:ext cx="6093989" cy="941484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F7075516-25BF-0314-CE6E-6A38256F2F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37" y="6144700"/>
            <a:ext cx="6875327" cy="3334966"/>
          </a:xfrm>
          <a:prstGeom prst="rect">
            <a:avLst/>
          </a:prstGeom>
        </p:spPr>
      </p:pic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1903D01E-FF83-4002-C245-07508D11FDB3}"/>
              </a:ext>
            </a:extLst>
          </p:cNvPr>
          <p:cNvSpPr/>
          <p:nvPr/>
        </p:nvSpPr>
        <p:spPr>
          <a:xfrm>
            <a:off x="894080" y="945660"/>
            <a:ext cx="1351280" cy="753842"/>
          </a:xfrm>
          <a:prstGeom prst="roundRect">
            <a:avLst/>
          </a:prstGeom>
          <a:solidFill>
            <a:srgbClr val="9980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A987DE95-EBD3-6796-149C-67289E71F0F4}"/>
              </a:ext>
            </a:extLst>
          </p:cNvPr>
          <p:cNvSpPr/>
          <p:nvPr/>
        </p:nvSpPr>
        <p:spPr>
          <a:xfrm>
            <a:off x="516462" y="1196581"/>
            <a:ext cx="252000" cy="252000"/>
          </a:xfrm>
          <a:prstGeom prst="ellipse">
            <a:avLst/>
          </a:prstGeom>
          <a:solidFill>
            <a:srgbClr val="FF7B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atin typeface="Arial Nova" panose="020B0504020202020204" pitchFamily="34" charset="0"/>
              </a:rPr>
              <a:t>‹</a:t>
            </a:r>
            <a:endParaRPr lang="pt-BR" dirty="0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994F58B-924D-95D5-AAFB-1703ED498F2D}"/>
              </a:ext>
            </a:extLst>
          </p:cNvPr>
          <p:cNvSpPr/>
          <p:nvPr/>
        </p:nvSpPr>
        <p:spPr>
          <a:xfrm>
            <a:off x="7114642" y="1196581"/>
            <a:ext cx="252000" cy="252000"/>
          </a:xfrm>
          <a:prstGeom prst="ellipse">
            <a:avLst/>
          </a:prstGeom>
          <a:solidFill>
            <a:srgbClr val="FF7B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atin typeface="Arial Nova" panose="020B0504020202020204" pitchFamily="34" charset="0"/>
              </a:rPr>
              <a:t>›</a:t>
            </a:r>
            <a:endParaRPr lang="pt-BR" dirty="0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202DFD04-AE18-EF7E-0124-F6C81CBA2B76}"/>
              </a:ext>
            </a:extLst>
          </p:cNvPr>
          <p:cNvSpPr/>
          <p:nvPr/>
        </p:nvSpPr>
        <p:spPr>
          <a:xfrm>
            <a:off x="2315734" y="945660"/>
            <a:ext cx="1351280" cy="753842"/>
          </a:xfrm>
          <a:prstGeom prst="roundRect">
            <a:avLst/>
          </a:prstGeom>
          <a:solidFill>
            <a:srgbClr val="9980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63B7ED29-765B-D92E-DCB7-1C61EA99AA77}"/>
              </a:ext>
            </a:extLst>
          </p:cNvPr>
          <p:cNvSpPr/>
          <p:nvPr/>
        </p:nvSpPr>
        <p:spPr>
          <a:xfrm>
            <a:off x="3745653" y="945660"/>
            <a:ext cx="1351280" cy="753842"/>
          </a:xfrm>
          <a:prstGeom prst="roundRect">
            <a:avLst/>
          </a:prstGeom>
          <a:solidFill>
            <a:srgbClr val="9980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13D6A51B-FD79-CCD8-3FB7-67A26022B09F}"/>
              </a:ext>
            </a:extLst>
          </p:cNvPr>
          <p:cNvSpPr/>
          <p:nvPr/>
        </p:nvSpPr>
        <p:spPr>
          <a:xfrm>
            <a:off x="5175572" y="945660"/>
            <a:ext cx="1351280" cy="753842"/>
          </a:xfrm>
          <a:prstGeom prst="roundRect">
            <a:avLst/>
          </a:prstGeom>
          <a:solidFill>
            <a:srgbClr val="9980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AB3E5AA7-EFC5-1BEA-BFEF-CC11CEFB1252}"/>
              </a:ext>
            </a:extLst>
          </p:cNvPr>
          <p:cNvSpPr/>
          <p:nvPr/>
        </p:nvSpPr>
        <p:spPr>
          <a:xfrm>
            <a:off x="6605491" y="942934"/>
            <a:ext cx="384589" cy="753842"/>
          </a:xfrm>
          <a:prstGeom prst="roundRect">
            <a:avLst/>
          </a:prstGeom>
          <a:solidFill>
            <a:srgbClr val="9980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637AC3BD-F8EA-ABD6-CE4B-2B358D6F7129}"/>
              </a:ext>
            </a:extLst>
          </p:cNvPr>
          <p:cNvSpPr/>
          <p:nvPr/>
        </p:nvSpPr>
        <p:spPr>
          <a:xfrm>
            <a:off x="6738080" y="941600"/>
            <a:ext cx="252000" cy="753842"/>
          </a:xfrm>
          <a:prstGeom prst="rect">
            <a:avLst/>
          </a:prstGeom>
          <a:solidFill>
            <a:srgbClr val="9980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D1D086EF-5092-0344-7CA4-CC137CD6700C}"/>
              </a:ext>
            </a:extLst>
          </p:cNvPr>
          <p:cNvSpPr/>
          <p:nvPr/>
        </p:nvSpPr>
        <p:spPr>
          <a:xfrm>
            <a:off x="768462" y="5019294"/>
            <a:ext cx="1311798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F469DEBB-1E50-DB4F-2A36-C444E4282F83}"/>
              </a:ext>
            </a:extLst>
          </p:cNvPr>
          <p:cNvSpPr/>
          <p:nvPr/>
        </p:nvSpPr>
        <p:spPr>
          <a:xfrm>
            <a:off x="2433855" y="5019294"/>
            <a:ext cx="1311798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253FA747-1306-6523-26F5-9368FAE81AAF}"/>
              </a:ext>
            </a:extLst>
          </p:cNvPr>
          <p:cNvSpPr/>
          <p:nvPr/>
        </p:nvSpPr>
        <p:spPr>
          <a:xfrm>
            <a:off x="4086551" y="5019294"/>
            <a:ext cx="1311798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1DC9CCD5-0676-F08C-E940-1D7A6E191C44}"/>
              </a:ext>
            </a:extLst>
          </p:cNvPr>
          <p:cNvSpPr/>
          <p:nvPr/>
        </p:nvSpPr>
        <p:spPr>
          <a:xfrm>
            <a:off x="5704156" y="5019294"/>
            <a:ext cx="1311798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AFC7ED8E-DD4C-ACDA-D800-2A4F6110AD46}"/>
              </a:ext>
            </a:extLst>
          </p:cNvPr>
          <p:cNvSpPr/>
          <p:nvPr/>
        </p:nvSpPr>
        <p:spPr>
          <a:xfrm>
            <a:off x="831088" y="4390273"/>
            <a:ext cx="505968" cy="4419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B8EA8E73-B409-CFB0-19EC-77B554F32618}"/>
              </a:ext>
            </a:extLst>
          </p:cNvPr>
          <p:cNvSpPr/>
          <p:nvPr/>
        </p:nvSpPr>
        <p:spPr>
          <a:xfrm>
            <a:off x="4066032" y="4390273"/>
            <a:ext cx="505968" cy="4419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C081CCBD-F3F9-7838-AB29-9362CADD3D8B}"/>
              </a:ext>
            </a:extLst>
          </p:cNvPr>
          <p:cNvSpPr/>
          <p:nvPr/>
        </p:nvSpPr>
        <p:spPr>
          <a:xfrm>
            <a:off x="5722683" y="4390273"/>
            <a:ext cx="505968" cy="4419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E47963E5-B032-B030-F820-847A68CEDD2F}"/>
              </a:ext>
            </a:extLst>
          </p:cNvPr>
          <p:cNvSpPr/>
          <p:nvPr/>
        </p:nvSpPr>
        <p:spPr>
          <a:xfrm>
            <a:off x="6071616" y="7680959"/>
            <a:ext cx="786384" cy="25603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</a:rPr>
              <a:t>logo</a:t>
            </a:r>
          </a:p>
        </p:txBody>
      </p:sp>
      <p:sp>
        <p:nvSpPr>
          <p:cNvPr id="50" name="Retângulo: Cantos Arredondados 49">
            <a:extLst>
              <a:ext uri="{FF2B5EF4-FFF2-40B4-BE49-F238E27FC236}">
                <a16:creationId xmlns:a16="http://schemas.microsoft.com/office/drawing/2014/main" id="{B4527F7F-EAC5-1999-2A70-FF9E3B73633C}"/>
              </a:ext>
            </a:extLst>
          </p:cNvPr>
          <p:cNvSpPr/>
          <p:nvPr/>
        </p:nvSpPr>
        <p:spPr>
          <a:xfrm>
            <a:off x="6918960" y="7680959"/>
            <a:ext cx="442277" cy="25603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495061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7C5949BA8B38C40AFE0035821DE2402" ma:contentTypeVersion="9" ma:contentTypeDescription="Crie um novo documento." ma:contentTypeScope="" ma:versionID="3226b4a9685c0b3929e4091bf87bbdeb">
  <xsd:schema xmlns:xsd="http://www.w3.org/2001/XMLSchema" xmlns:xs="http://www.w3.org/2001/XMLSchema" xmlns:p="http://schemas.microsoft.com/office/2006/metadata/properties" xmlns:ns3="b3641aaf-c155-40cf-a9a2-b9dc2a613d71" targetNamespace="http://schemas.microsoft.com/office/2006/metadata/properties" ma:root="true" ma:fieldsID="a53cdf1f744150a8b939837411c012eb" ns3:_="">
    <xsd:import namespace="b3641aaf-c155-40cf-a9a2-b9dc2a613d7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641aaf-c155-40cf-a9a2-b9dc2a613d7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3641aaf-c155-40cf-a9a2-b9dc2a613d71" xsi:nil="true"/>
  </documentManagement>
</p:properties>
</file>

<file path=customXml/itemProps1.xml><?xml version="1.0" encoding="utf-8"?>
<ds:datastoreItem xmlns:ds="http://schemas.openxmlformats.org/officeDocument/2006/customXml" ds:itemID="{6420BEFA-DD36-46DA-A023-59AFBB68ECA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E97C7FA-863A-4C71-B82E-E757D0A2C2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3641aaf-c155-40cf-a9a2-b9dc2a613d7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973A23A-97EA-4CAC-A530-BC69820D19A1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b3641aaf-c155-40cf-a9a2-b9dc2a613d71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132</TotalTime>
  <Words>4</Words>
  <Application>Microsoft Office PowerPoint</Application>
  <PresentationFormat>Apresentação na tela (16:9)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Nova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DULCE ROSARIO PINEIRO HERNANDEZ</dc:creator>
  <cp:lastModifiedBy>DULCE ROSARIO PINEIRO HERNANDEZ</cp:lastModifiedBy>
  <cp:revision>5</cp:revision>
  <dcterms:created xsi:type="dcterms:W3CDTF">2026-06-23T13:54:13Z</dcterms:created>
  <dcterms:modified xsi:type="dcterms:W3CDTF">2026-06-23T16:12:05Z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0x01010097C5949BA8B38C40AFE0035821DE2402</vt:lpwstr>
  </property>
</Properties>
</file>