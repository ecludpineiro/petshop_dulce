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1" d="100"/>
          <a:sy n="51" d="100"/>
        </p:scale>
        <p:origin x="271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C7F7-0F0C-4FDD-BE35-671CC056ECDE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2A92-9B86-43CA-96E0-A167FA2D0F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2473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C7F7-0F0C-4FDD-BE35-671CC056ECDE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2A92-9B86-43CA-96E0-A167FA2D0F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8290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C7F7-0F0C-4FDD-BE35-671CC056ECDE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2A92-9B86-43CA-96E0-A167FA2D0F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38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C7F7-0F0C-4FDD-BE35-671CC056ECDE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2A92-9B86-43CA-96E0-A167FA2D0F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7946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C7F7-0F0C-4FDD-BE35-671CC056ECDE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2A92-9B86-43CA-96E0-A167FA2D0F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4864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C7F7-0F0C-4FDD-BE35-671CC056ECDE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2A92-9B86-43CA-96E0-A167FA2D0F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5170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C7F7-0F0C-4FDD-BE35-671CC056ECDE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2A92-9B86-43CA-96E0-A167FA2D0F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009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C7F7-0F0C-4FDD-BE35-671CC056ECDE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2A92-9B86-43CA-96E0-A167FA2D0F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9179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C7F7-0F0C-4FDD-BE35-671CC056ECDE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2A92-9B86-43CA-96E0-A167FA2D0F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1682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C7F7-0F0C-4FDD-BE35-671CC056ECDE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2A92-9B86-43CA-96E0-A167FA2D0F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939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C7F7-0F0C-4FDD-BE35-671CC056ECDE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2A92-9B86-43CA-96E0-A167FA2D0F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4802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5FC7F7-0F0C-4FDD-BE35-671CC056ECDE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EF2A92-9B86-43CA-96E0-A167FA2D0F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311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728A3913-49A4-0555-E383-D9AEEEEB734F}"/>
              </a:ext>
            </a:extLst>
          </p:cNvPr>
          <p:cNvSpPr/>
          <p:nvPr/>
        </p:nvSpPr>
        <p:spPr>
          <a:xfrm>
            <a:off x="0" y="0"/>
            <a:ext cx="6858000" cy="103282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3A5F346-791F-801C-8724-04D6C1A420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81" t="1574" r="5249" b="536"/>
          <a:stretch>
            <a:fillRect/>
          </a:stretch>
        </p:blipFill>
        <p:spPr>
          <a:xfrm>
            <a:off x="554636" y="479684"/>
            <a:ext cx="5741233" cy="9848539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DBA26E0-FB9A-4054-7B92-0AFCC8E5E9F1}"/>
              </a:ext>
            </a:extLst>
          </p:cNvPr>
          <p:cNvSpPr/>
          <p:nvPr/>
        </p:nvSpPr>
        <p:spPr>
          <a:xfrm>
            <a:off x="441960" y="2527267"/>
            <a:ext cx="6073875" cy="66167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BD3837C2-6C96-B5D6-A931-338CA32C04AC}"/>
              </a:ext>
            </a:extLst>
          </p:cNvPr>
          <p:cNvGrpSpPr/>
          <p:nvPr/>
        </p:nvGrpSpPr>
        <p:grpSpPr>
          <a:xfrm>
            <a:off x="0" y="11392276"/>
            <a:ext cx="6858000" cy="640080"/>
            <a:chOff x="-7239750" y="5151120"/>
            <a:chExt cx="6858000" cy="640080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6F8EC545-A5B4-E8B5-03B2-C158031CEE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83451"/>
            <a:stretch>
              <a:fillRect/>
            </a:stretch>
          </p:blipFill>
          <p:spPr>
            <a:xfrm>
              <a:off x="-7239750" y="5151120"/>
              <a:ext cx="6858000" cy="377952"/>
            </a:xfrm>
            <a:prstGeom prst="rect">
              <a:avLst/>
            </a:prstGeom>
          </p:spPr>
        </p:pic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D731B889-6749-B474-A446-AFD6477C0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9895" b="58627"/>
            <a:stretch>
              <a:fillRect/>
            </a:stretch>
          </p:blipFill>
          <p:spPr>
            <a:xfrm>
              <a:off x="-7239750" y="5529072"/>
              <a:ext cx="6858000" cy="2621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7587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C5949BA8B38C40AFE0035821DE2402" ma:contentTypeVersion="9" ma:contentTypeDescription="Crie um novo documento." ma:contentTypeScope="" ma:versionID="3226b4a9685c0b3929e4091bf87bbdeb">
  <xsd:schema xmlns:xsd="http://www.w3.org/2001/XMLSchema" xmlns:xs="http://www.w3.org/2001/XMLSchema" xmlns:p="http://schemas.microsoft.com/office/2006/metadata/properties" xmlns:ns3="b3641aaf-c155-40cf-a9a2-b9dc2a613d71" targetNamespace="http://schemas.microsoft.com/office/2006/metadata/properties" ma:root="true" ma:fieldsID="a53cdf1f744150a8b939837411c012eb" ns3:_="">
    <xsd:import namespace="b3641aaf-c155-40cf-a9a2-b9dc2a613d7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641aaf-c155-40cf-a9a2-b9dc2a613d7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3641aaf-c155-40cf-a9a2-b9dc2a613d71" xsi:nil="true"/>
  </documentManagement>
</p:properties>
</file>

<file path=customXml/itemProps1.xml><?xml version="1.0" encoding="utf-8"?>
<ds:datastoreItem xmlns:ds="http://schemas.openxmlformats.org/officeDocument/2006/customXml" ds:itemID="{FE97C7FA-863A-4C71-B82E-E757D0A2C2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641aaf-c155-40cf-a9a2-b9dc2a613d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420BEFA-DD36-46DA-A023-59AFBB68ECA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73A23A-97EA-4CAC-A530-BC69820D19A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b3641aaf-c155-40cf-a9a2-b9dc2a613d71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DULCE ROSARIO PINEIRO HERNANDEZ</dc:creator>
  <cp:lastModifiedBy>DULCE ROSARIO PINEIRO HERNANDEZ</cp:lastModifiedBy>
  <cp:revision>5</cp:revision>
  <dcterms:created xsi:type="dcterms:W3CDTF">2026-06-23T13:54:13Z</dcterms:created>
  <dcterms:modified xsi:type="dcterms:W3CDTF">2026-06-23T14:38:45Z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0x01010097C5949BA8B38C40AFE0035821DE2402</vt:lpwstr>
  </property>
</Properties>
</file>